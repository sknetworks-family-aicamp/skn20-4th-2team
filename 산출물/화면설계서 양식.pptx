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883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CA7338-D793-125B-89FF-8FED64C39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AF0BE0-1685-EF65-85C3-BB8784595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0DAA75-DE1C-049F-12F2-0D0CA155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55B967-B98D-87CD-D164-2F201D11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747678-BD57-19BA-A827-05B77FE9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169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1612A-C7CC-8C2F-3F71-10914B8C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6A941-3F94-D6AA-3F2B-4525BE891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BF56B0-142E-48FD-E3FE-6F38495FF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42B2B5-B626-8F5F-521B-278B6F763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24BC9B-1BE6-B8C6-6D6D-D5FF0150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93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2526F-F4A0-61E1-E8DC-EFEF13024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62BF5E-212F-E208-3967-451CE94AA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D7307E-36FD-9FBA-4433-9560B2842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4D556D-031F-87A6-A353-51CA866D9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CEE152-D464-437B-D0F5-346DDF97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18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5AAD1-73D8-1AB6-CCC7-F8087913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0FBC2D-781A-D03E-6680-981AE2595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947EF9-7E04-5221-92EF-A98FFFD68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3FAB00-86BF-8CB1-4681-EB035BB0D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C2357E-562C-F439-6C2A-961E1C97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1E06C9-69D0-C15A-8621-E0E6ECA6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29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8E8E0-291D-540B-BBB6-06C52AFA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1A1662-7DDE-094C-3CB0-D2C4B78EE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21A516-5C2A-0B19-30C5-543F2251B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1A1A80-6A61-F7F5-7DAD-278533D7C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30CC18-E8F6-D73A-4999-5E75C8B37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4783B7-4740-C3A7-CAFD-9A6559961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9AF4CE-6257-A488-9ECE-D83E0896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9DCFF8-A86B-36EB-917B-081AFE02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43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198E5-76D5-A341-9D6B-EE84E732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C292A7-6F7E-79C1-35AB-A18481B1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B54C72-F332-3562-C535-BF3A2E8DF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1E7F09-11FD-CFD7-E639-E647EDA0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08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F9DA0A-A688-A557-465C-359FDED0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FAD2D9-23C2-57B8-F56C-74B46F0E2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BD2F0-6AB5-354B-37BD-72198430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652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44958-9EE9-2F64-D60F-E00341CB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C0148B-D8E2-BEB7-7C35-58497781C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44743E-BC23-DC61-E419-DE87B72C7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9035CF-1BFE-729F-2228-2B65E0F0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E47AEE-8E42-C435-18E1-CB7D4E00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F97388-3569-0B39-D44F-9CFB4632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47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3A431-D35B-6CFA-851E-A56FA59CD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6EC315-5950-D573-98B3-E8DBAC92F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97319D-8B68-1EDD-22A3-72149DD91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02078E-A17A-974B-87AA-88227F1C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798D70-2FA0-D50A-B6BD-5FD6A60E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F229A-C3A1-4940-0DC6-EE7BC3E5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48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CA09E-A58D-192A-2563-FEF6D6CC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B79B4A-F903-1A1A-8697-D2B46643C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76F5A3-96A6-6CB3-6FC4-E0621CED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2E5C2D-A006-801F-0689-30FF0C7F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73281E-5F2F-C71C-5BD0-5CCA14E12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0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FC004A7-0DD1-F2D7-B285-168619567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AA0981-16BD-FF04-CC7C-97C2395F6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3614A5-EE12-8451-50F3-9475D31F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39096-1608-835A-6431-C061BC9E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5F080-3D6C-088C-AE99-96FE37B0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95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10DCFB-3784-D742-658E-F17F37E0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63432B-DA41-2F06-2508-4808C9F48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636D46-502C-BF03-3A5F-5C291001B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EA62D-5140-4B1E-9A20-340F6DA21A7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51307-CC59-B52E-B0EB-2A68CD3A0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B3298-76D5-4070-B114-44A87BB54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61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45E06A5-5DCE-5245-FDE2-07A6F0DEE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882110"/>
              </p:ext>
            </p:extLst>
          </p:nvPr>
        </p:nvGraphicFramePr>
        <p:xfrm>
          <a:off x="1120477" y="1333418"/>
          <a:ext cx="9951044" cy="418502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82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5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8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17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91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1">
                          <a:solidFill>
                            <a:schemeClr val="tx1"/>
                          </a:solidFill>
                        </a:rPr>
                        <a:t>Version.</a:t>
                      </a:r>
                      <a:endParaRPr lang="ko-KR" altLang="en-US" sz="1800" b="1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1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1800" b="1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1">
                          <a:solidFill>
                            <a:schemeClr val="tx1"/>
                          </a:solidFill>
                        </a:rPr>
                        <a:t>Content.</a:t>
                      </a:r>
                      <a:endParaRPr lang="ko-KR" altLang="en-US" sz="1800" b="1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solidFill>
                            <a:schemeClr val="tx1"/>
                          </a:solidFill>
                        </a:rPr>
                        <a:t>Page.</a:t>
                      </a:r>
                      <a:endParaRPr lang="ko-KR" altLang="en-US" sz="1800" b="1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solidFill>
                            <a:schemeClr val="tx1"/>
                          </a:solidFill>
                        </a:rPr>
                        <a:t>Owner.</a:t>
                      </a:r>
                      <a:endParaRPr lang="ko-KR" altLang="en-US" sz="1800" b="1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0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v0.1</a:t>
                      </a:r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2026-01-07</a:t>
                      </a:r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marL="108000" indent="-108000" algn="l" latinLnBrk="1">
                        <a:buFont typeface="Arial" pitchFamily="34" charset="0"/>
                        <a:buChar char="•"/>
                      </a:pPr>
                      <a:r>
                        <a:rPr lang="ko-KR" altLang="en-US" sz="160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</a:rPr>
                        <a:t>기능을 포함한 전체 레이아웃 구성</a:t>
                      </a: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0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v0.2</a:t>
                      </a:r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“</a:t>
                      </a:r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>
                          <a:solidFill>
                            <a:schemeClr val="tx1"/>
                          </a:solidFill>
                        </a:rPr>
                        <a:t>전체적인 색감 변경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</a:rPr>
                        <a:t>새로운 채팅 항목 제거</a:t>
                      </a:r>
                      <a:endParaRPr lang="en-US" altLang="ko-KR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2~8</a:t>
                      </a:r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0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V0.2.1</a:t>
                      </a:r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2026-01-08</a:t>
                      </a:r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>
                          <a:solidFill>
                            <a:schemeClr val="tx1"/>
                          </a:solidFill>
                        </a:rPr>
                        <a:t>새로운 기능에 맞는 페이지 추가</a:t>
                      </a:r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V0.2.2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2026-01-09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세부 수정</a:t>
                      </a: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2~9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163"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163"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163"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84163"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50402" marR="150402" marT="75200" marB="7520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817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561BF2-D6CE-958A-60DC-33FCFABBA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17794"/>
              </p:ext>
            </p:extLst>
          </p:nvPr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채팅 메인 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PAGE_TEST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2026-01-06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27F70C7-20FD-293E-40F6-85BD500C1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985455"/>
              </p:ext>
            </p:extLst>
          </p:nvPr>
        </p:nvGraphicFramePr>
        <p:xfrm>
          <a:off x="9023927" y="2438400"/>
          <a:ext cx="2623130" cy="222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서비스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</a:rPr>
                        <a:t>PaperSnack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이란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?)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29475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로그아웃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9850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새로운 채팅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0694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모든 챗 로그 보기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8658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현재 채팅 화면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8483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109962-E0F0-66D1-A0EB-1C7FB0A35D22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b="1" dirty="0"/>
              <a:t>요구사항 </a:t>
            </a:r>
            <a:r>
              <a:rPr lang="en-US" altLang="ko-KR" sz="1000" b="1" dirty="0"/>
              <a:t>ID:</a:t>
            </a:r>
            <a:endParaRPr lang="ko-KR" altLang="en-US" sz="1000" b="1" dirty="0"/>
          </a:p>
        </p:txBody>
      </p:sp>
      <p:pic>
        <p:nvPicPr>
          <p:cNvPr id="12" name="그림 11" descr="텍스트, 스크린샷, 운영 체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9CE063-9C2D-0E28-6B75-F66CF6B13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64" y="1294047"/>
            <a:ext cx="4734766" cy="2896953"/>
          </a:xfrm>
          <a:prstGeom prst="rect">
            <a:avLst/>
          </a:prstGeom>
        </p:spPr>
      </p:pic>
      <p:pic>
        <p:nvPicPr>
          <p:cNvPr id="6" name="그림 5" descr="텍스트, 소프트웨어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F9A3D6-380D-7962-5467-D43FFD083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147" y="3817976"/>
            <a:ext cx="6006045" cy="2684425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1D40628C-DCDC-4BBD-033A-C14C12A45B50}"/>
              </a:ext>
            </a:extLst>
          </p:cNvPr>
          <p:cNvSpPr/>
          <p:nvPr/>
        </p:nvSpPr>
        <p:spPr>
          <a:xfrm>
            <a:off x="4180333" y="1180293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B9832DA-66E3-7619-0F99-86B30CC4ACE7}"/>
              </a:ext>
            </a:extLst>
          </p:cNvPr>
          <p:cNvSpPr/>
          <p:nvPr/>
        </p:nvSpPr>
        <p:spPr>
          <a:xfrm>
            <a:off x="4477513" y="1180292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0F30484-7DE5-5A49-89A2-5EB570DC7ED8}"/>
              </a:ext>
            </a:extLst>
          </p:cNvPr>
          <p:cNvSpPr/>
          <p:nvPr/>
        </p:nvSpPr>
        <p:spPr>
          <a:xfrm>
            <a:off x="4791838" y="1180291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959165E-4B71-E693-0CE8-AAD5BFCEEEB4}"/>
              </a:ext>
            </a:extLst>
          </p:cNvPr>
          <p:cNvSpPr/>
          <p:nvPr/>
        </p:nvSpPr>
        <p:spPr>
          <a:xfrm>
            <a:off x="2926843" y="4004311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4</a:t>
            </a:r>
            <a:endParaRPr lang="ko-KR" altLang="en-US" sz="12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A0F6CEA-AF6C-A5F0-60AC-609A9674937B}"/>
              </a:ext>
            </a:extLst>
          </p:cNvPr>
          <p:cNvSpPr/>
          <p:nvPr/>
        </p:nvSpPr>
        <p:spPr>
          <a:xfrm>
            <a:off x="2866147" y="6315712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5</a:t>
            </a:r>
            <a:endParaRPr lang="ko-KR" altLang="en-US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35B938-7120-4E85-8367-DAFA77C3AEC7}"/>
              </a:ext>
            </a:extLst>
          </p:cNvPr>
          <p:cNvSpPr/>
          <p:nvPr/>
        </p:nvSpPr>
        <p:spPr>
          <a:xfrm>
            <a:off x="3877438" y="4094450"/>
            <a:ext cx="4687442" cy="244732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D8CE9A4-EF0D-2CD2-2822-BA132C5990E6}"/>
              </a:ext>
            </a:extLst>
          </p:cNvPr>
          <p:cNvSpPr/>
          <p:nvPr/>
        </p:nvSpPr>
        <p:spPr>
          <a:xfrm>
            <a:off x="3780664" y="4890772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6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76595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8A98A-9D8D-9FB1-383E-10137E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1D324-37BD-A2AD-ADDD-18689C7CE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6982"/>
            <a:ext cx="10555255" cy="5008249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35E6CE8-806B-17BF-750E-CE656437C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414363"/>
              </p:ext>
            </p:extLst>
          </p:nvPr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PAGE_CHAT_HOME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2026-01-06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6AABF64-D30B-738F-8CB7-A958279E0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720374"/>
              </p:ext>
            </p:extLst>
          </p:nvPr>
        </p:nvGraphicFramePr>
        <p:xfrm>
          <a:off x="9023927" y="2438400"/>
          <a:ext cx="2623130" cy="2774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로그아웃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29475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서비스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</a:rPr>
                        <a:t>PaperSnack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이란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?)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9850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채팅 봇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조회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0694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 정보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조회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782428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보유 논문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DB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수량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22802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채팅 시작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로그인 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p 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이동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나머지는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 3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이동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656486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B1E9F1-7008-88E1-E2A6-0F5A8E789096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b="1" dirty="0"/>
              <a:t>요구사항 </a:t>
            </a:r>
            <a:r>
              <a:rPr lang="en-US" altLang="ko-KR" sz="1000" b="1" dirty="0"/>
              <a:t>ID:</a:t>
            </a:r>
            <a:endParaRPr lang="ko-KR" altLang="en-US" sz="1000" b="1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761427C-CB34-7F43-0C42-5BD56A38E645}"/>
              </a:ext>
            </a:extLst>
          </p:cNvPr>
          <p:cNvSpPr/>
          <p:nvPr/>
        </p:nvSpPr>
        <p:spPr>
          <a:xfrm>
            <a:off x="6633210" y="1299209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68E2BD2-DF14-FA1D-E690-DFE05D87262A}"/>
              </a:ext>
            </a:extLst>
          </p:cNvPr>
          <p:cNvSpPr/>
          <p:nvPr/>
        </p:nvSpPr>
        <p:spPr>
          <a:xfrm>
            <a:off x="6991350" y="1299208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7F793F5-206E-986A-64E9-CB3B5586C918}"/>
              </a:ext>
            </a:extLst>
          </p:cNvPr>
          <p:cNvSpPr/>
          <p:nvPr/>
        </p:nvSpPr>
        <p:spPr>
          <a:xfrm>
            <a:off x="7349490" y="1299207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4</a:t>
            </a:r>
            <a:endParaRPr lang="ko-KR" altLang="en-US" sz="120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758117C-D275-36BD-7745-8C57933E3331}"/>
              </a:ext>
            </a:extLst>
          </p:cNvPr>
          <p:cNvSpPr/>
          <p:nvPr/>
        </p:nvSpPr>
        <p:spPr>
          <a:xfrm>
            <a:off x="7722870" y="1299207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5</a:t>
            </a:r>
            <a:endParaRPr lang="ko-KR" altLang="en-US" sz="120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AD19EE0-7527-0217-061F-509CCA2A5E68}"/>
              </a:ext>
            </a:extLst>
          </p:cNvPr>
          <p:cNvSpPr/>
          <p:nvPr/>
        </p:nvSpPr>
        <p:spPr>
          <a:xfrm>
            <a:off x="8096250" y="1299207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0005954-3D8D-E8D9-9353-F86B92624A15}"/>
              </a:ext>
            </a:extLst>
          </p:cNvPr>
          <p:cNvSpPr/>
          <p:nvPr/>
        </p:nvSpPr>
        <p:spPr>
          <a:xfrm>
            <a:off x="2454910" y="4617883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7</a:t>
            </a:r>
            <a:endParaRPr lang="ko-KR" altLang="en-US" sz="1200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6D9B393-82F0-76FC-E01A-8FF995FFDFDD}"/>
              </a:ext>
            </a:extLst>
          </p:cNvPr>
          <p:cNvSpPr/>
          <p:nvPr/>
        </p:nvSpPr>
        <p:spPr>
          <a:xfrm>
            <a:off x="2304034" y="4291177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6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34620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11AC2-E35F-653F-811A-04E633326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2657C2-4003-1555-1906-339309372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654"/>
            <a:ext cx="10436860" cy="4952073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2A84F18-6925-B5FD-DE37-82DC6C99D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037901"/>
              </p:ext>
            </p:extLst>
          </p:nvPr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PAGE_CHAT_LOGIN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2026-01-08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E0F6228-B151-A1EB-CCE7-EBC0E6FDC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136578"/>
              </p:ext>
            </p:extLst>
          </p:nvPr>
        </p:nvGraphicFramePr>
        <p:xfrm>
          <a:off x="9023927" y="2438400"/>
          <a:ext cx="2623130" cy="741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로그인 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29475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B79B6F-775E-7923-5A3F-7959C64D6CCA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b="1" dirty="0"/>
              <a:t>요구사항 </a:t>
            </a:r>
            <a:r>
              <a:rPr lang="en-US" altLang="ko-KR" sz="1000" b="1" dirty="0"/>
              <a:t>ID: </a:t>
            </a:r>
          </a:p>
          <a:p>
            <a:r>
              <a:rPr lang="en-US" altLang="ko-KR" sz="1000" dirty="0"/>
              <a:t>REQ_USER_001</a:t>
            </a:r>
            <a:endParaRPr lang="ko-KR" altLang="en-US" sz="1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7567A9-3039-5CB6-1D5D-1A0745F184F8}"/>
              </a:ext>
            </a:extLst>
          </p:cNvPr>
          <p:cNvSpPr/>
          <p:nvPr/>
        </p:nvSpPr>
        <p:spPr>
          <a:xfrm>
            <a:off x="3618738" y="2114312"/>
            <a:ext cx="3190494" cy="201877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C27455E-FBB9-F3AC-243A-E2A7C42E98E1}"/>
              </a:ext>
            </a:extLst>
          </p:cNvPr>
          <p:cNvSpPr/>
          <p:nvPr/>
        </p:nvSpPr>
        <p:spPr>
          <a:xfrm>
            <a:off x="3550158" y="2020967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F913DA4-C974-1F5D-E25F-EE99CBFC735A}"/>
              </a:ext>
            </a:extLst>
          </p:cNvPr>
          <p:cNvSpPr/>
          <p:nvPr/>
        </p:nvSpPr>
        <p:spPr>
          <a:xfrm>
            <a:off x="5421798" y="4363460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6935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BAE1-4633-356F-91CD-25DDF1456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EE1DCC1-4901-5214-9987-D7963FEC8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900925"/>
              </p:ext>
            </p:extLst>
          </p:nvPr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PAGE_USER_REGISTER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2026-01-06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AA2ED72-6848-DE7D-9E10-81E4E9EAE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992845"/>
              </p:ext>
            </p:extLst>
          </p:nvPr>
        </p:nvGraphicFramePr>
        <p:xfrm>
          <a:off x="9023927" y="2438400"/>
          <a:ext cx="2623130" cy="1112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User 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E-mail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29475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Password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985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1D41B9-0B4D-18F1-628E-87A0CF3D71B4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b="1" dirty="0"/>
              <a:t>요구사항 </a:t>
            </a:r>
            <a:r>
              <a:rPr lang="en-US" altLang="ko-KR" sz="1000" b="1" dirty="0"/>
              <a:t>ID: </a:t>
            </a:r>
          </a:p>
          <a:p>
            <a:r>
              <a:rPr lang="en-US" altLang="ko-KR" sz="1000" dirty="0"/>
              <a:t>REQ_USER_002</a:t>
            </a:r>
            <a:endParaRPr lang="ko-KR" altLang="en-US" sz="1000" dirty="0"/>
          </a:p>
        </p:txBody>
      </p:sp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B1CEEA-4BB2-8D9B-96CA-E5ADC8367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3" y="1366982"/>
            <a:ext cx="8486280" cy="4958080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6E31547-697A-8DB2-FDDB-A2E7AB3BDE7A}"/>
              </a:ext>
            </a:extLst>
          </p:cNvPr>
          <p:cNvSpPr/>
          <p:nvPr/>
        </p:nvSpPr>
        <p:spPr>
          <a:xfrm>
            <a:off x="3495462" y="2958315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413C975-4A1C-23AC-373A-2AD293B96FB3}"/>
              </a:ext>
            </a:extLst>
          </p:cNvPr>
          <p:cNvSpPr/>
          <p:nvPr/>
        </p:nvSpPr>
        <p:spPr>
          <a:xfrm>
            <a:off x="3495462" y="3471444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34B2BB7-A4D6-0848-A8C6-C6E4E5041AE9}"/>
              </a:ext>
            </a:extLst>
          </p:cNvPr>
          <p:cNvSpPr/>
          <p:nvPr/>
        </p:nvSpPr>
        <p:spPr>
          <a:xfrm>
            <a:off x="3503250" y="4291779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5407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BC15F-29EC-BAE9-632F-58819994A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2D9DCA-7B5B-3892-497D-8B2FF012C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16" y="1672060"/>
            <a:ext cx="7797184" cy="5185940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9A6B0DB-2FF2-497A-04D2-0F7BED5D5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509151"/>
              </p:ext>
            </p:extLst>
          </p:nvPr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프로필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PAGE_USER_PROFILE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2026-01-07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0F5CED1-D32A-9F9A-A117-22F8F2E37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814825"/>
              </p:ext>
            </p:extLst>
          </p:nvPr>
        </p:nvGraphicFramePr>
        <p:xfrm>
          <a:off x="9023927" y="2438400"/>
          <a:ext cx="2623130" cy="1112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User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정보 변경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Password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변경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9850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842012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3DBDE7-0045-E0FA-87FC-1DBE0920CF9D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b="1" dirty="0"/>
              <a:t>요구사항 </a:t>
            </a:r>
            <a:r>
              <a:rPr lang="en-US" altLang="ko-KR" sz="1000" b="1" dirty="0"/>
              <a:t>ID: </a:t>
            </a:r>
          </a:p>
          <a:p>
            <a:r>
              <a:rPr lang="en-US" altLang="ko-KR" sz="1000" dirty="0"/>
              <a:t>REQ_USER_003</a:t>
            </a:r>
            <a:endParaRPr lang="ko-KR" altLang="en-US" sz="10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15FB10-19FD-294F-5C37-00EB5533E9F2}"/>
              </a:ext>
            </a:extLst>
          </p:cNvPr>
          <p:cNvSpPr/>
          <p:nvPr/>
        </p:nvSpPr>
        <p:spPr>
          <a:xfrm>
            <a:off x="3352800" y="2661920"/>
            <a:ext cx="2444496" cy="118872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F969F84-871C-19BA-A7D1-9D1259760F33}"/>
              </a:ext>
            </a:extLst>
          </p:cNvPr>
          <p:cNvSpPr/>
          <p:nvPr/>
        </p:nvSpPr>
        <p:spPr>
          <a:xfrm>
            <a:off x="3282102" y="2568575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E4AD4D-90AB-7DF9-09C6-471DE757D85B}"/>
              </a:ext>
            </a:extLst>
          </p:cNvPr>
          <p:cNvSpPr/>
          <p:nvPr/>
        </p:nvSpPr>
        <p:spPr>
          <a:xfrm>
            <a:off x="3505200" y="3152140"/>
            <a:ext cx="182880" cy="9144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A921920-178E-83AD-B87C-94DF919D5945}"/>
              </a:ext>
            </a:extLst>
          </p:cNvPr>
          <p:cNvSpPr/>
          <p:nvPr/>
        </p:nvSpPr>
        <p:spPr>
          <a:xfrm>
            <a:off x="3540760" y="3562350"/>
            <a:ext cx="744220" cy="9144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698ADB5-C108-F341-8BE6-78FBE9220B8D}"/>
              </a:ext>
            </a:extLst>
          </p:cNvPr>
          <p:cNvSpPr/>
          <p:nvPr/>
        </p:nvSpPr>
        <p:spPr>
          <a:xfrm>
            <a:off x="3352800" y="3991949"/>
            <a:ext cx="2426208" cy="172271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6D6A96D-1D3C-1003-091E-3D010C0BBFE9}"/>
              </a:ext>
            </a:extLst>
          </p:cNvPr>
          <p:cNvSpPr/>
          <p:nvPr/>
        </p:nvSpPr>
        <p:spPr>
          <a:xfrm>
            <a:off x="3282102" y="3898604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45D7C4-5000-680B-FA0A-8420C34D1EEC}"/>
              </a:ext>
            </a:extLst>
          </p:cNvPr>
          <p:cNvSpPr/>
          <p:nvPr/>
        </p:nvSpPr>
        <p:spPr>
          <a:xfrm>
            <a:off x="3334512" y="5808004"/>
            <a:ext cx="2444496" cy="48820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F3EA110-F0FF-1A24-08F3-236EB2884009}"/>
              </a:ext>
            </a:extLst>
          </p:cNvPr>
          <p:cNvSpPr/>
          <p:nvPr/>
        </p:nvSpPr>
        <p:spPr>
          <a:xfrm>
            <a:off x="3237738" y="5715519"/>
            <a:ext cx="193548" cy="1866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7634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D5000-53A8-BB8D-CF37-B17F05C0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55AE39-F505-54BB-E467-609174CF7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50" y="1381476"/>
            <a:ext cx="9957622" cy="4724684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9B8327E-10BD-3B7E-91FB-5681BDB96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434163"/>
              </p:ext>
            </p:extLst>
          </p:nvPr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채팅 메인 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PAGE_CHAT_MAIN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2026-01-07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BF21DCFB-0445-F323-F2E6-E5EC48AB057E}"/>
              </a:ext>
            </a:extLst>
          </p:cNvPr>
          <p:cNvSpPr/>
          <p:nvPr/>
        </p:nvSpPr>
        <p:spPr>
          <a:xfrm>
            <a:off x="2328672" y="2011680"/>
            <a:ext cx="8085328" cy="4043680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CB9EFC-BC03-0ED9-7EF2-6ED27C6D2065}"/>
              </a:ext>
            </a:extLst>
          </p:cNvPr>
          <p:cNvSpPr/>
          <p:nvPr/>
        </p:nvSpPr>
        <p:spPr>
          <a:xfrm>
            <a:off x="498763" y="1696720"/>
            <a:ext cx="1356211" cy="424688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A19633E-DFE4-788D-CCC8-4BE23865F9C8}"/>
              </a:ext>
            </a:extLst>
          </p:cNvPr>
          <p:cNvSpPr/>
          <p:nvPr/>
        </p:nvSpPr>
        <p:spPr>
          <a:xfrm>
            <a:off x="2234378" y="1922801"/>
            <a:ext cx="188587" cy="1777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7C2832D-E9FE-4344-7FDC-22BC24658B6C}"/>
              </a:ext>
            </a:extLst>
          </p:cNvPr>
          <p:cNvSpPr/>
          <p:nvPr/>
        </p:nvSpPr>
        <p:spPr>
          <a:xfrm>
            <a:off x="404469" y="1586695"/>
            <a:ext cx="188587" cy="1777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AE2C864-6BBF-240E-4D03-F07E947B008E}"/>
              </a:ext>
            </a:extLst>
          </p:cNvPr>
          <p:cNvSpPr/>
          <p:nvPr/>
        </p:nvSpPr>
        <p:spPr>
          <a:xfrm>
            <a:off x="1903235" y="1655232"/>
            <a:ext cx="188587" cy="1777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73A4B00-D48F-B614-0E24-45D7D98FA539}"/>
              </a:ext>
            </a:extLst>
          </p:cNvPr>
          <p:cNvSpPr/>
          <p:nvPr/>
        </p:nvSpPr>
        <p:spPr>
          <a:xfrm>
            <a:off x="705400" y="1821432"/>
            <a:ext cx="188587" cy="1777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4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0394AC-B473-513E-4B67-D8383DB376ED}"/>
              </a:ext>
            </a:extLst>
          </p:cNvPr>
          <p:cNvSpPr/>
          <p:nvPr/>
        </p:nvSpPr>
        <p:spPr>
          <a:xfrm>
            <a:off x="3590589" y="5716511"/>
            <a:ext cx="5567562" cy="31981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82780A9-951F-6D7E-DE61-7FBA1EB0C6DF}"/>
              </a:ext>
            </a:extLst>
          </p:cNvPr>
          <p:cNvSpPr/>
          <p:nvPr/>
        </p:nvSpPr>
        <p:spPr>
          <a:xfrm>
            <a:off x="3496296" y="5627633"/>
            <a:ext cx="188587" cy="1777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5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AF192BE-2B86-B26B-79CD-D47C5E4BB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244491"/>
              </p:ext>
            </p:extLst>
          </p:nvPr>
        </p:nvGraphicFramePr>
        <p:xfrm>
          <a:off x="9023927" y="2438400"/>
          <a:ext cx="2623130" cy="1880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메인 화면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사이드바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9850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사이드바 숨기기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962870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모든 채팅 내역 확인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(p 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로 이동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718699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채팅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932637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909AA1-FDBF-155B-2E75-A73114DFF6FD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b="1" dirty="0"/>
              <a:t>요구사항 </a:t>
            </a:r>
            <a:r>
              <a:rPr lang="en-US" altLang="ko-KR" sz="1000" b="1" dirty="0"/>
              <a:t>ID: </a:t>
            </a:r>
          </a:p>
          <a:p>
            <a:r>
              <a:rPr lang="en-US" altLang="ko-KR" sz="1000" dirty="0"/>
              <a:t>REQ_CHAT_001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04827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F1607-C107-CD33-92CC-6021F14F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7E64589-D8A4-AD69-939C-6F7FA0A70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419" y="1431616"/>
            <a:ext cx="8635108" cy="4085572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E08B109-082A-B0B8-87B7-74768DE93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593132"/>
              </p:ext>
            </p:extLst>
          </p:nvPr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채팅 누적 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PAGE_CHAT_HISTORY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2026-01-07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D2CD668-8C28-849B-231B-2B8E46344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56653"/>
              </p:ext>
            </p:extLst>
          </p:nvPr>
        </p:nvGraphicFramePr>
        <p:xfrm>
          <a:off x="9023927" y="2438400"/>
          <a:ext cx="2623130" cy="919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현재 채팅 화면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최신 대화 리스트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최신 대화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개 표시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제목 누를 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 8p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이동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985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19AC3B-BFA8-9EBD-B3C7-1DDC330B10F2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b="1" dirty="0"/>
              <a:t>요구사항 </a:t>
            </a:r>
            <a:r>
              <a:rPr lang="en-US" altLang="ko-KR" sz="1000" b="1" dirty="0"/>
              <a:t>ID:</a:t>
            </a:r>
          </a:p>
          <a:p>
            <a:r>
              <a:rPr lang="en-US" altLang="ko-KR" sz="1000" dirty="0"/>
              <a:t>REQ_CHAT_001, REQ_CHAT_003</a:t>
            </a:r>
            <a:endParaRPr lang="ko-KR" altLang="en-US" sz="1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6E6A03-9764-DE09-0800-A2C393910376}"/>
              </a:ext>
            </a:extLst>
          </p:cNvPr>
          <p:cNvSpPr/>
          <p:nvPr/>
        </p:nvSpPr>
        <p:spPr>
          <a:xfrm>
            <a:off x="1393952" y="1710364"/>
            <a:ext cx="7550575" cy="3716020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D78B248-6212-7A5F-36DC-D3ED0B4CF23E}"/>
              </a:ext>
            </a:extLst>
          </p:cNvPr>
          <p:cNvSpPr/>
          <p:nvPr/>
        </p:nvSpPr>
        <p:spPr>
          <a:xfrm>
            <a:off x="1314552" y="1621485"/>
            <a:ext cx="188587" cy="1777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68FDD4-D8C0-5459-0896-4FD07516A189}"/>
              </a:ext>
            </a:extLst>
          </p:cNvPr>
          <p:cNvSpPr/>
          <p:nvPr/>
        </p:nvSpPr>
        <p:spPr>
          <a:xfrm>
            <a:off x="309418" y="1988225"/>
            <a:ext cx="1005134" cy="3335616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E88D8D6-47B2-F751-DA8A-2BD4CF6C0BC5}"/>
              </a:ext>
            </a:extLst>
          </p:cNvPr>
          <p:cNvSpPr/>
          <p:nvPr/>
        </p:nvSpPr>
        <p:spPr>
          <a:xfrm>
            <a:off x="231749" y="1899346"/>
            <a:ext cx="188587" cy="1777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12428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B8DAA-1C77-1B50-FDA8-4CA705C0E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FBA1BD-0EFF-967B-F1F4-A40D650DF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049" y="1495549"/>
            <a:ext cx="10356991" cy="4897700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4079F2-372E-294F-C7D1-6E7FE90D0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021882"/>
              </p:ext>
            </p:extLst>
          </p:nvPr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대화 상세 내역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PAGE_CHAT_DETAIL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2026-01-07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813CA92-61B7-47FA-9A30-E86FA3704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192952"/>
              </p:ext>
            </p:extLst>
          </p:nvPr>
        </p:nvGraphicFramePr>
        <p:xfrm>
          <a:off x="9023927" y="2438400"/>
          <a:ext cx="2623130" cy="370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대화 내용 상세 확인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67583B-5F5D-D8F2-9C8E-ED993CE27610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b="1" dirty="0"/>
              <a:t>요구사항 </a:t>
            </a:r>
            <a:r>
              <a:rPr lang="en-US" altLang="ko-KR" sz="1000" b="1" dirty="0"/>
              <a:t>ID:</a:t>
            </a:r>
          </a:p>
          <a:p>
            <a:r>
              <a:rPr lang="en-US" altLang="ko-KR" sz="1000" dirty="0"/>
              <a:t>REQ_CHAT_003</a:t>
            </a:r>
            <a:endParaRPr lang="ko-KR" altLang="en-US" sz="1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C07338-1A2F-4777-E326-E48229646F64}"/>
              </a:ext>
            </a:extLst>
          </p:cNvPr>
          <p:cNvSpPr/>
          <p:nvPr/>
        </p:nvSpPr>
        <p:spPr>
          <a:xfrm>
            <a:off x="3494531" y="1686118"/>
            <a:ext cx="3901949" cy="451656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2CEFC28-76E9-1E70-C37C-16A7CCE0BC10}"/>
              </a:ext>
            </a:extLst>
          </p:cNvPr>
          <p:cNvSpPr/>
          <p:nvPr/>
        </p:nvSpPr>
        <p:spPr>
          <a:xfrm>
            <a:off x="3400237" y="1597239"/>
            <a:ext cx="188587" cy="177757"/>
          </a:xfrm>
          <a:prstGeom prst="ellipse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05599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ACF7C-2BDC-B33D-2CC4-191C6DBE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FE3B29-502B-182C-B137-85E469576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535" y="1851661"/>
            <a:ext cx="9259761" cy="4393564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60DF6B4-033D-5390-BC7E-923AF3C7C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382788"/>
              </p:ext>
            </p:extLst>
          </p:nvPr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전체 대화 내역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PAGE_CHAT_ALL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2026-01-08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9C2B21-F07E-32B6-0427-A3800B7AA2C0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b="1" dirty="0"/>
              <a:t>요구사항 </a:t>
            </a:r>
            <a:r>
              <a:rPr lang="en-US" altLang="ko-KR" sz="1000" b="1" dirty="0"/>
              <a:t>ID: </a:t>
            </a:r>
          </a:p>
          <a:p>
            <a:r>
              <a:rPr lang="en-US" altLang="ko-KR" sz="1000" dirty="0"/>
              <a:t>REQ_CHAT_002, REQ_CHAT_003, REQ_CHAT_004</a:t>
            </a:r>
            <a:endParaRPr lang="ko-KR" altLang="en-US" sz="1000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1A0687C-5FC2-3396-E57F-6A1BAB20DF40}"/>
              </a:ext>
            </a:extLst>
          </p:cNvPr>
          <p:cNvSpPr/>
          <p:nvPr/>
        </p:nvSpPr>
        <p:spPr>
          <a:xfrm>
            <a:off x="99475" y="2254984"/>
            <a:ext cx="188587" cy="1777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DA0AD8-506D-E192-83E7-01234796ACF2}"/>
              </a:ext>
            </a:extLst>
          </p:cNvPr>
          <p:cNvSpPr/>
          <p:nvPr/>
        </p:nvSpPr>
        <p:spPr>
          <a:xfrm>
            <a:off x="196423" y="2556752"/>
            <a:ext cx="1069158" cy="349985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B5A2362-BE68-4566-7B24-B5315D51B351}"/>
              </a:ext>
            </a:extLst>
          </p:cNvPr>
          <p:cNvSpPr/>
          <p:nvPr/>
        </p:nvSpPr>
        <p:spPr>
          <a:xfrm>
            <a:off x="102129" y="2486487"/>
            <a:ext cx="188587" cy="1777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AB412B-2B01-8C31-0C66-E63B137D820E}"/>
              </a:ext>
            </a:extLst>
          </p:cNvPr>
          <p:cNvSpPr/>
          <p:nvPr/>
        </p:nvSpPr>
        <p:spPr>
          <a:xfrm>
            <a:off x="1344024" y="2836701"/>
            <a:ext cx="8043816" cy="330163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4FD21A9-B168-DDE9-B32F-C3C6B49F04E2}"/>
              </a:ext>
            </a:extLst>
          </p:cNvPr>
          <p:cNvSpPr/>
          <p:nvPr/>
        </p:nvSpPr>
        <p:spPr>
          <a:xfrm>
            <a:off x="1249730" y="2747822"/>
            <a:ext cx="188587" cy="1777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4</a:t>
            </a:r>
            <a:endParaRPr lang="ko-KR" altLang="en-US" sz="12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8D945E-8E92-6377-5199-D889D2B402D8}"/>
              </a:ext>
            </a:extLst>
          </p:cNvPr>
          <p:cNvSpPr/>
          <p:nvPr/>
        </p:nvSpPr>
        <p:spPr>
          <a:xfrm>
            <a:off x="1344023" y="2540443"/>
            <a:ext cx="7526014" cy="20737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FE9DFA7-C938-F412-6915-19A76FE413C6}"/>
              </a:ext>
            </a:extLst>
          </p:cNvPr>
          <p:cNvSpPr/>
          <p:nvPr/>
        </p:nvSpPr>
        <p:spPr>
          <a:xfrm>
            <a:off x="2318889" y="2451564"/>
            <a:ext cx="188587" cy="1777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endParaRPr lang="ko-KR" altLang="en-US" sz="12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AB9754B-8816-22D0-6D56-818CF701B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129975"/>
              </p:ext>
            </p:extLst>
          </p:nvPr>
        </p:nvGraphicFramePr>
        <p:xfrm>
          <a:off x="9023927" y="2438400"/>
          <a:ext cx="2623130" cy="1686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프로젝트 리스트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(… -&gt;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생성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메뉴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전체 대화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35588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대화 검색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101063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전체 대화 내역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p9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팝업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… -&gt;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프로젝트 추가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637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807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442</Words>
  <Application>Microsoft Office PowerPoint</Application>
  <PresentationFormat>와이드스크린</PresentationFormat>
  <Paragraphs>197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서초 3강의실</dc:creator>
  <cp:lastModifiedBy>소영 정</cp:lastModifiedBy>
  <cp:revision>40</cp:revision>
  <dcterms:created xsi:type="dcterms:W3CDTF">2026-01-07T05:37:09Z</dcterms:created>
  <dcterms:modified xsi:type="dcterms:W3CDTF">2026-01-09T07:36:57Z</dcterms:modified>
</cp:coreProperties>
</file>